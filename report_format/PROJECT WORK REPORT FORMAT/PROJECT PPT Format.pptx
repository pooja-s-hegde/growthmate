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72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9F9F9"/>
    <a:srgbClr val="2E3192"/>
    <a:srgbClr val="002060"/>
    <a:srgbClr val="E7E6E6"/>
    <a:srgbClr val="FFD966"/>
    <a:srgbClr val="392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107" d="100"/>
          <a:sy n="107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3584-AF78-4424-AAA2-C67DF2D18B6D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B995C-84DB-4B13-9271-CCEFAADE8B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37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5FA3-FB41-7A5B-C9F4-899144F6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89321-26BE-75D7-88AA-5582958DF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D707-E596-FEC8-BCCA-8B41873C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61352-6D61-92B5-A363-D2705358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5D855-8F43-6166-59C0-E0A25532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44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618F-D940-20C7-B098-CD5C25CC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6235-0561-F6C3-B666-0D47EDB7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36D29-1F5D-3E60-9135-14CA071F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EC33-879A-0521-EF94-8B4DDE97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0E50B-A6A7-4D90-669B-4F136976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2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CD51-BBA8-E061-31D3-FFAA5899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5FFA-B1CE-1674-EDCE-2F541010B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F7BC8-A0DB-89F1-FC31-D4367CAD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1E15-FE51-9034-DE20-6C2C28B2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FE2D-6EA6-F857-C82F-E740F2F1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7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8AE2-4D97-5DFF-0472-A5A5F90B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8BB1-4BDB-9CD8-0FD2-9C7FE6F54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38942-AD37-0E88-D1FA-6C1620707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88606-181B-AB74-9B75-C3B0D9BD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EA23-1C05-8E82-DCE3-7E8E26CD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BCFD0-6CC4-1733-0E06-26FDD22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66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97A9-1937-196B-B4AF-8DC5DD39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2968E-CD00-CAFE-9BC0-D7423E78B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F678-595A-7B70-2E3F-03422FAD3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7388-8BB8-5D6A-71E2-3085894FB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4724CE-A056-8529-4448-72B754D37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49032-6009-BDBF-F70F-68E97297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DDE21-63B4-F1A5-4127-5258C1E7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4D7BC-9D7D-C3EF-AB5F-EA90FD3F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5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5553-9ECD-4235-AEAE-ED1CD61A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AA808-FE2A-AC48-6807-3FDE22E6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90482-5C65-525F-EB5E-E3EDD431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61F17-AA4E-B075-0C3E-61C55A90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6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F87CE-5D8C-B91D-77B6-2AD87AFA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36FBE-AB43-CCF1-0480-4809AC14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FFFC6-16BF-95C2-4ACF-824F1A8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02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DE4B-7C41-F61A-9C5E-7FB1D3BA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F8DC4-2174-73B4-ED5D-2BE130CD0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7CDD7-715C-7202-A274-01E74BEC7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F6287-A0C4-8DF3-AABB-16DD1B8F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167C6-A742-CCCD-E64E-AF0B040E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D087B-7B04-B7DC-DA29-A81F305B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3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C2CF-C0C1-6903-80C7-D26AD001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5DE5CC-E959-B078-F3A8-26F79DE50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A3CB7-1433-B098-189D-2540D0700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048-970D-E784-4D5B-D78EC554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8061E-8BDA-C359-15A6-99579DE1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7562B-DBA8-8286-F902-0AC72F26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91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BB76-C1E1-657A-A6FF-8763707D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325C9-0EE0-481E-C465-905FD6C39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18E2-986B-CADB-F447-09267748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35BB-4142-AD9E-BC03-2A468BB2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6F9ED-388D-F8DC-E473-A3A9218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0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4C01A-510F-794B-1F77-BE32C063B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35824-3B05-9C8D-CCA0-15E091B6B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71218-72F4-20FE-4219-8445B446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5733-8160-DD94-FEF5-005C22A3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7CB5-704B-FBA8-C5CC-BA7DBBDF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88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B00B2-4F37-F0AE-4A5D-375F9842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9243A-86C5-9E5F-D0BA-4029B0EA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680C4-2781-9ED1-8FF9-37FDB2EA2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0821A-2D3D-4EC2-B0E7-F424B11BA970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F37B2-9D24-102C-CA4B-F565255BE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5E851-5318-E329-4330-5BB0D6EAD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84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rapezium 1">
            <a:extLst>
              <a:ext uri="{FF2B5EF4-FFF2-40B4-BE49-F238E27FC236}">
                <a16:creationId xmlns:a16="http://schemas.microsoft.com/office/drawing/2014/main" id="{C80821FA-60C1-2DEB-5A4D-943D09F07DB6}"/>
              </a:ext>
            </a:extLst>
          </p:cNvPr>
          <p:cNvSpPr/>
          <p:nvPr/>
        </p:nvSpPr>
        <p:spPr>
          <a:xfrm>
            <a:off x="664901" y="5183333"/>
            <a:ext cx="4553145" cy="1768100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534241"/>
              <a:gd name="connsiteY0" fmla="*/ 1335056 h 1335056"/>
              <a:gd name="connsiteX1" fmla="*/ 0 w 3534241"/>
              <a:gd name="connsiteY1" fmla="*/ 51931 h 1335056"/>
              <a:gd name="connsiteX2" fmla="*/ 2593322 w 3534241"/>
              <a:gd name="connsiteY2" fmla="*/ 0 h 1335056"/>
              <a:gd name="connsiteX3" fmla="*/ 3534241 w 3534241"/>
              <a:gd name="connsiteY3" fmla="*/ 1286586 h 1335056"/>
              <a:gd name="connsiteX4" fmla="*/ 6800 w 3534241"/>
              <a:gd name="connsiteY4" fmla="*/ 1335056 h 1335056"/>
              <a:gd name="connsiteX0" fmla="*/ 6800 w 3534241"/>
              <a:gd name="connsiteY0" fmla="*/ 1323647 h 1323647"/>
              <a:gd name="connsiteX1" fmla="*/ 0 w 3534241"/>
              <a:gd name="connsiteY1" fmla="*/ 40522 h 1323647"/>
              <a:gd name="connsiteX2" fmla="*/ 2563748 w 3534241"/>
              <a:gd name="connsiteY2" fmla="*/ 0 h 1323647"/>
              <a:gd name="connsiteX3" fmla="*/ 3534241 w 3534241"/>
              <a:gd name="connsiteY3" fmla="*/ 1275177 h 1323647"/>
              <a:gd name="connsiteX4" fmla="*/ 6800 w 3534241"/>
              <a:gd name="connsiteY4" fmla="*/ 1323647 h 132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4241" h="1323647">
                <a:moveTo>
                  <a:pt x="6800" y="1323647"/>
                </a:moveTo>
                <a:cubicBezTo>
                  <a:pt x="4533" y="895939"/>
                  <a:pt x="2267" y="468230"/>
                  <a:pt x="0" y="40522"/>
                </a:cubicBezTo>
                <a:lnTo>
                  <a:pt x="2563748" y="0"/>
                </a:lnTo>
                <a:lnTo>
                  <a:pt x="3534241" y="1275177"/>
                </a:lnTo>
                <a:lnTo>
                  <a:pt x="6800" y="1323647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2549321" y="80550"/>
            <a:ext cx="92641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C000"/>
                </a:solidFill>
                <a:latin typeface="Arial Black" panose="020B0A04020102020204" pitchFamily="34" charset="0"/>
              </a:rPr>
              <a:t>NITTE MEENAKSHI INSTITUTE OF TECHNOLOGY</a:t>
            </a:r>
            <a:endParaRPr lang="en-IN" sz="28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801990" cy="2885302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539158" y="800199"/>
            <a:ext cx="801990" cy="2885302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rapezium 1">
            <a:extLst>
              <a:ext uri="{FF2B5EF4-FFF2-40B4-BE49-F238E27FC236}">
                <a16:creationId xmlns:a16="http://schemas.microsoft.com/office/drawing/2014/main" id="{C136A6E0-BCB6-1B30-D843-E2FFDDA37841}"/>
              </a:ext>
            </a:extLst>
          </p:cNvPr>
          <p:cNvSpPr/>
          <p:nvPr/>
        </p:nvSpPr>
        <p:spPr>
          <a:xfrm>
            <a:off x="-22729" y="4868241"/>
            <a:ext cx="4798243" cy="2069887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724490"/>
              <a:gd name="connsiteY0" fmla="*/ 1292241 h 1292241"/>
              <a:gd name="connsiteX1" fmla="*/ 0 w 3724490"/>
              <a:gd name="connsiteY1" fmla="*/ 9116 h 1292241"/>
              <a:gd name="connsiteX2" fmla="*/ 2605152 w 3724490"/>
              <a:gd name="connsiteY2" fmla="*/ 0 h 1292241"/>
              <a:gd name="connsiteX3" fmla="*/ 3724490 w 3724490"/>
              <a:gd name="connsiteY3" fmla="*/ 1257376 h 1292241"/>
              <a:gd name="connsiteX4" fmla="*/ 6800 w 3724490"/>
              <a:gd name="connsiteY4" fmla="*/ 1292241 h 129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490" h="1292241">
                <a:moveTo>
                  <a:pt x="6800" y="1292241"/>
                </a:moveTo>
                <a:cubicBezTo>
                  <a:pt x="4533" y="864533"/>
                  <a:pt x="2267" y="436824"/>
                  <a:pt x="0" y="9116"/>
                </a:cubicBezTo>
                <a:lnTo>
                  <a:pt x="2605152" y="0"/>
                </a:lnTo>
                <a:lnTo>
                  <a:pt x="3724490" y="1257376"/>
                </a:lnTo>
                <a:lnTo>
                  <a:pt x="6800" y="129224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12904" y="1121790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68723" y="1102936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606C58-F416-0D99-F990-E24911DCAC5F}"/>
              </a:ext>
            </a:extLst>
          </p:cNvPr>
          <p:cNvSpPr txBox="1"/>
          <p:nvPr/>
        </p:nvSpPr>
        <p:spPr>
          <a:xfrm>
            <a:off x="2549321" y="1219323"/>
            <a:ext cx="85352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2E3192"/>
                </a:solidFill>
              </a:rPr>
              <a:t>DEPARTMENT OF MASTER OF COMPUTER</a:t>
            </a:r>
          </a:p>
          <a:p>
            <a:pPr algn="ctr">
              <a:defRPr/>
            </a:pPr>
            <a:r>
              <a:rPr lang="en-US" sz="2600" b="1" dirty="0">
                <a:solidFill>
                  <a:srgbClr val="2E3192"/>
                </a:solidFill>
              </a:rPr>
              <a:t>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6225D-F8A6-21A7-4139-8AF9FF12EEBA}"/>
              </a:ext>
            </a:extLst>
          </p:cNvPr>
          <p:cNvSpPr txBox="1"/>
          <p:nvPr/>
        </p:nvSpPr>
        <p:spPr>
          <a:xfrm>
            <a:off x="3986527" y="6143363"/>
            <a:ext cx="6677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200" b="1" dirty="0">
                <a:solidFill>
                  <a:srgbClr val="2E3192"/>
                </a:solidFill>
              </a:rPr>
              <a:t>Academic Year </a:t>
            </a:r>
            <a:r>
              <a:rPr lang="en-US" sz="2200" b="1" dirty="0" smtClean="0">
                <a:solidFill>
                  <a:srgbClr val="2E3192"/>
                </a:solidFill>
              </a:rPr>
              <a:t>2025-2026</a:t>
            </a:r>
            <a:endParaRPr lang="en-US" sz="2200" b="1" dirty="0">
              <a:solidFill>
                <a:srgbClr val="2E319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92363-3EBD-0F66-CA72-F84AC1FE6327}"/>
              </a:ext>
            </a:extLst>
          </p:cNvPr>
          <p:cNvSpPr txBox="1"/>
          <p:nvPr/>
        </p:nvSpPr>
        <p:spPr>
          <a:xfrm>
            <a:off x="2403286" y="2269691"/>
            <a:ext cx="85352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 smtClean="0">
                <a:solidFill>
                  <a:srgbClr val="FFC000"/>
                </a:solidFill>
                <a:latin typeface="Arial Black" panose="020B0A04020102020204" pitchFamily="34" charset="0"/>
              </a:rPr>
              <a:t>PROJECT TITLE</a:t>
            </a:r>
            <a:endParaRPr lang="en-IN" sz="3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65562-40F8-BDA8-C332-04F9B50C92B1}"/>
              </a:ext>
            </a:extLst>
          </p:cNvPr>
          <p:cNvSpPr txBox="1"/>
          <p:nvPr/>
        </p:nvSpPr>
        <p:spPr>
          <a:xfrm>
            <a:off x="3986526" y="5653249"/>
            <a:ext cx="6677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200" b="1" dirty="0" smtClean="0">
                <a:solidFill>
                  <a:srgbClr val="2E3192"/>
                </a:solidFill>
              </a:rPr>
              <a:t>IV </a:t>
            </a:r>
            <a:r>
              <a:rPr lang="en-US" sz="2200" b="1" dirty="0">
                <a:solidFill>
                  <a:srgbClr val="2E3192"/>
                </a:solidFill>
              </a:rPr>
              <a:t>Semester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3368720C-E5F3-2ECF-AB15-87DD8E57372B}"/>
              </a:ext>
            </a:extLst>
          </p:cNvPr>
          <p:cNvSpPr txBox="1"/>
          <p:nvPr/>
        </p:nvSpPr>
        <p:spPr>
          <a:xfrm>
            <a:off x="3185835" y="3187567"/>
            <a:ext cx="7898725" cy="169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IN" sz="2000" b="1" kern="1200" dirty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Presented By                                                               Under the Guidance                                                      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IN" sz="2000" dirty="0" smtClean="0">
                <a:solidFill>
                  <a:srgbClr val="00206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IN" sz="2000" kern="1200" dirty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		        </a:t>
            </a:r>
            <a:r>
              <a:rPr lang="en-IN" sz="2000" kern="1200" dirty="0" smtClean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Name                                               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IN" sz="2000" kern="1200" dirty="0" smtClean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USN</a:t>
            </a:r>
            <a:r>
              <a:rPr lang="en-IN" sz="2000" kern="1200" dirty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en-IN" sz="2000" kern="1200" dirty="0" smtClean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Designation                                                         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IN" sz="2000" kern="1200" dirty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Dept of MCA                                                                 </a:t>
            </a:r>
            <a:r>
              <a:rPr lang="en-IN" sz="2000" kern="1200" dirty="0" smtClean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Dept </a:t>
            </a:r>
            <a:r>
              <a:rPr lang="en-IN" sz="2000" kern="1200" dirty="0">
                <a:solidFill>
                  <a:srgbClr val="00206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 MCA</a:t>
            </a:r>
            <a:endParaRPr lang="en-IN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3" y="33969"/>
            <a:ext cx="2393746" cy="713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076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rapezium 1">
            <a:extLst>
              <a:ext uri="{FF2B5EF4-FFF2-40B4-BE49-F238E27FC236}">
                <a16:creationId xmlns:a16="http://schemas.microsoft.com/office/drawing/2014/main" id="{C80821FA-60C1-2DEB-5A4D-943D09F07DB6}"/>
              </a:ext>
            </a:extLst>
          </p:cNvPr>
          <p:cNvSpPr/>
          <p:nvPr/>
        </p:nvSpPr>
        <p:spPr>
          <a:xfrm>
            <a:off x="664901" y="5183333"/>
            <a:ext cx="4553145" cy="1768100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534241"/>
              <a:gd name="connsiteY0" fmla="*/ 1335056 h 1335056"/>
              <a:gd name="connsiteX1" fmla="*/ 0 w 3534241"/>
              <a:gd name="connsiteY1" fmla="*/ 51931 h 1335056"/>
              <a:gd name="connsiteX2" fmla="*/ 2593322 w 3534241"/>
              <a:gd name="connsiteY2" fmla="*/ 0 h 1335056"/>
              <a:gd name="connsiteX3" fmla="*/ 3534241 w 3534241"/>
              <a:gd name="connsiteY3" fmla="*/ 1286586 h 1335056"/>
              <a:gd name="connsiteX4" fmla="*/ 6800 w 3534241"/>
              <a:gd name="connsiteY4" fmla="*/ 1335056 h 1335056"/>
              <a:gd name="connsiteX0" fmla="*/ 6800 w 3534241"/>
              <a:gd name="connsiteY0" fmla="*/ 1323647 h 1323647"/>
              <a:gd name="connsiteX1" fmla="*/ 0 w 3534241"/>
              <a:gd name="connsiteY1" fmla="*/ 40522 h 1323647"/>
              <a:gd name="connsiteX2" fmla="*/ 2563748 w 3534241"/>
              <a:gd name="connsiteY2" fmla="*/ 0 h 1323647"/>
              <a:gd name="connsiteX3" fmla="*/ 3534241 w 3534241"/>
              <a:gd name="connsiteY3" fmla="*/ 1275177 h 1323647"/>
              <a:gd name="connsiteX4" fmla="*/ 6800 w 3534241"/>
              <a:gd name="connsiteY4" fmla="*/ 1323647 h 132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4241" h="1323647">
                <a:moveTo>
                  <a:pt x="6800" y="1323647"/>
                </a:moveTo>
                <a:cubicBezTo>
                  <a:pt x="4533" y="895939"/>
                  <a:pt x="2267" y="468230"/>
                  <a:pt x="0" y="40522"/>
                </a:cubicBezTo>
                <a:lnTo>
                  <a:pt x="2563748" y="0"/>
                </a:lnTo>
                <a:lnTo>
                  <a:pt x="3534241" y="1275177"/>
                </a:lnTo>
                <a:lnTo>
                  <a:pt x="6800" y="1323647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2994049" y="1242005"/>
            <a:ext cx="3101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Arial Black" panose="020B0A04020102020204" pitchFamily="34" charset="0"/>
              </a:rPr>
              <a:t>Contents</a:t>
            </a:r>
            <a:endParaRPr lang="en-IN" sz="4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801990" cy="2885302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539158" y="800199"/>
            <a:ext cx="801990" cy="2885302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rapezium 1">
            <a:extLst>
              <a:ext uri="{FF2B5EF4-FFF2-40B4-BE49-F238E27FC236}">
                <a16:creationId xmlns:a16="http://schemas.microsoft.com/office/drawing/2014/main" id="{C136A6E0-BCB6-1B30-D843-E2FFDDA37841}"/>
              </a:ext>
            </a:extLst>
          </p:cNvPr>
          <p:cNvSpPr/>
          <p:nvPr/>
        </p:nvSpPr>
        <p:spPr>
          <a:xfrm>
            <a:off x="-22729" y="4868241"/>
            <a:ext cx="4798243" cy="2069887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724490"/>
              <a:gd name="connsiteY0" fmla="*/ 1292241 h 1292241"/>
              <a:gd name="connsiteX1" fmla="*/ 0 w 3724490"/>
              <a:gd name="connsiteY1" fmla="*/ 9116 h 1292241"/>
              <a:gd name="connsiteX2" fmla="*/ 2605152 w 3724490"/>
              <a:gd name="connsiteY2" fmla="*/ 0 h 1292241"/>
              <a:gd name="connsiteX3" fmla="*/ 3724490 w 3724490"/>
              <a:gd name="connsiteY3" fmla="*/ 1257376 h 1292241"/>
              <a:gd name="connsiteX4" fmla="*/ 6800 w 3724490"/>
              <a:gd name="connsiteY4" fmla="*/ 1292241 h 129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490" h="1292241">
                <a:moveTo>
                  <a:pt x="6800" y="1292241"/>
                </a:moveTo>
                <a:cubicBezTo>
                  <a:pt x="4533" y="864533"/>
                  <a:pt x="2267" y="436824"/>
                  <a:pt x="0" y="9116"/>
                </a:cubicBezTo>
                <a:lnTo>
                  <a:pt x="2605152" y="0"/>
                </a:lnTo>
                <a:lnTo>
                  <a:pt x="3724490" y="1257376"/>
                </a:lnTo>
                <a:lnTo>
                  <a:pt x="6800" y="129224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12904" y="1121790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68723" y="1102936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606C58-F416-0D99-F990-E24911DCAC5F}"/>
              </a:ext>
            </a:extLst>
          </p:cNvPr>
          <p:cNvSpPr txBox="1"/>
          <p:nvPr/>
        </p:nvSpPr>
        <p:spPr>
          <a:xfrm>
            <a:off x="4077565" y="2215653"/>
            <a:ext cx="66778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DETAILED DESIGN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dirty="0" smtClean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600" dirty="0">
              <a:solidFill>
                <a:srgbClr val="2E3192"/>
              </a:solidFill>
            </a:endParaRP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6E22FC26-3FE5-CFB8-20CA-4338D818DA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58" y="80550"/>
            <a:ext cx="1652612" cy="540933"/>
          </a:xfrm>
          <a:prstGeom prst="rect">
            <a:avLst/>
          </a:prstGeom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827"/>
            <a:ext cx="2393746" cy="713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309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23FFBC-B3C1-DA9E-53A5-1F99DFD0736B}"/>
              </a:ext>
            </a:extLst>
          </p:cNvPr>
          <p:cNvSpPr/>
          <p:nvPr/>
        </p:nvSpPr>
        <p:spPr>
          <a:xfrm>
            <a:off x="5972176" y="1131216"/>
            <a:ext cx="5616444" cy="4000621"/>
          </a:xfrm>
          <a:prstGeom prst="rect">
            <a:avLst/>
          </a:prstGeom>
          <a:solidFill>
            <a:srgbClr val="F9F9F9"/>
          </a:solidFill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>
            <a:off x="0" y="1791477"/>
            <a:ext cx="11000792" cy="262190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FB21F-7096-0E01-A3FA-15AD7182F9A1}"/>
              </a:ext>
            </a:extLst>
          </p:cNvPr>
          <p:cNvSpPr/>
          <p:nvPr/>
        </p:nvSpPr>
        <p:spPr>
          <a:xfrm>
            <a:off x="8382000" y="6564553"/>
            <a:ext cx="3810000" cy="295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E8FDB2-8F95-5234-EB48-21962CECCF87}"/>
              </a:ext>
            </a:extLst>
          </p:cNvPr>
          <p:cNvSpPr txBox="1"/>
          <p:nvPr/>
        </p:nvSpPr>
        <p:spPr>
          <a:xfrm>
            <a:off x="828674" y="2428222"/>
            <a:ext cx="76344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9F9F9"/>
                </a:solidFill>
                <a:latin typeface="Arial Black" panose="020B0A04020102020204" pitchFamily="34" charset="0"/>
              </a:rPr>
              <a:t>Thank You</a:t>
            </a:r>
            <a:endParaRPr lang="en-IN" sz="8000" dirty="0">
              <a:solidFill>
                <a:srgbClr val="F9F9F9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3" y="33969"/>
            <a:ext cx="2393746" cy="713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530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</TotalTime>
  <Words>44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Nsftid nsftid</dc:creator>
  <cp:lastModifiedBy>Sowmya-MCA</cp:lastModifiedBy>
  <cp:revision>139</cp:revision>
  <dcterms:created xsi:type="dcterms:W3CDTF">2024-01-31T07:08:49Z</dcterms:created>
  <dcterms:modified xsi:type="dcterms:W3CDTF">2026-02-09T08:09:25Z</dcterms:modified>
</cp:coreProperties>
</file>